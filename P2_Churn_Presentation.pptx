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Customer Churn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74,364 customers  |  100,000+ transactions  |  Olist E-Commerce Dataset (2016–2018)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0320" cy="1737360"/>
          </a:xfrm>
          <a:prstGeom prst="rect">
            <a:avLst/>
          </a:prstGeom>
          <a:solidFill>
            <a:srgbClr val="1E2D3D"/>
          </a:solidFill>
          <a:ln w="19050">
            <a:solidFill>
              <a:srgbClr val="922B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returned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2560320" cy="1737360"/>
          </a:xfrm>
          <a:prstGeom prst="rect">
            <a:avLst/>
          </a:prstGeom>
          <a:solidFill>
            <a:srgbClr val="1E2D3D"/>
          </a:solidFill>
          <a:ln w="19050">
            <a:solidFill>
              <a:srgbClr val="1A7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6002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83280" y="2377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revenue from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560320" cy="1737360"/>
          </a:xfrm>
          <a:prstGeom prst="rect">
            <a:avLst/>
          </a:prstGeom>
          <a:solidFill>
            <a:srgbClr val="1E2D3D"/>
          </a:solidFill>
          <a:ln w="19050">
            <a:solidFill>
              <a:srgbClr val="B7770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6002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84.2%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217920" y="2377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already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as Lost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7490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brands invest heavily in customer acquisition but have no early warning system for churn. Most brands discover a customer has churned 60–90 days after their last purchase — by which point win-back campaigns are expensive and conversion rates are low.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Segmentation: Where the Problem Lives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Analysis — Recency, Frequency, Monetary segmentation across 74,364 customers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56032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914400"/>
                <a:gridCol w="1280160"/>
                <a:gridCol w="1097280"/>
                <a:gridCol w="24688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Days Inactive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777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Urgency win-back — highest ROI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D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VIP program — protect at all costs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Attention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11,420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D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D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D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D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Nudge at Day 84 before Lost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D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22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62,639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 re-engagement, low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solidFill>
            <a:srgbClr val="FEF3CD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84% of customers are already Lost (inactive 324+ days). The At Risk segment — though only 268 customers — has the highest avg revenue and is still within win-back range.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Olist Brazilian E-Commerce Dataset | RFM segmentation on 74,364 unique customers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Actions to Fix the Retention Problem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by segment — ordered by expected ROI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43000"/>
          </a:xfrm>
          <a:prstGeom prst="rect">
            <a:avLst/>
          </a:prstGeom>
          <a:solidFill>
            <a:srgbClr val="FFFD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1143000"/>
          </a:xfrm>
          <a:prstGeom prst="rect">
            <a:avLst/>
          </a:prstGeom>
          <a:solidFill>
            <a:srgbClr val="B7770D"/>
          </a:solidFill>
          <a:ln w="12700">
            <a:solidFill>
              <a:srgbClr val="B7770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1556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30759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 (268 customers)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5270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Day 88 since last purchase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08960" y="11430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urgency-based win-back offer. Personal subject line, time-limited incentive. These customers have bought before and are still reachable.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75120" y="11430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revenue (₹288). Small group = low campaign cost. Highest conversion probability.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313432"/>
            <a:ext cx="8229600" cy="1143000"/>
          </a:xfrm>
          <a:prstGeom prst="rect">
            <a:avLst/>
          </a:prstGeom>
          <a:solidFill>
            <a:srgbClr val="F5FD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313432"/>
            <a:ext cx="64008" cy="114300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77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56946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  (11,420 customers)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7889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Day 84 — before they cross into Lost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08960" y="2404872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reminder email. Product recommendation based on first purchase. No heavy discount needed yet.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0" y="2404872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15.4% of base. Catching them here costs far less than win-back after they go Lost.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575304"/>
            <a:ext cx="8229600" cy="1143000"/>
          </a:xfrm>
          <a:prstGeom prst="rect">
            <a:avLst/>
          </a:prstGeom>
          <a:solidFill>
            <a:srgbClr val="FF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75304"/>
            <a:ext cx="64008" cy="114300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6393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383133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 (62,639 customers)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405079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One-time mass campaign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08960" y="3666744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bulk re-engagement. Heavy incentive required. Set realistic expectations — even 1% conversion (626 customers) adds meaningful revenue.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0" y="3666744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1% of Lost at repeat buyer avg (₹261) = ₹163,386 incremental revenue.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D5F5E3"/>
          </a:solidFill>
          <a:ln/>
        </p:spPr>
        <p:txBody>
          <a:bodyPr wrap="square" lIns="63500" tIns="127000" rIns="1270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Converting just 1% of one-time buyers to repeat buyers adds ₹189,000+ in revenue. The business case for retention investment is clear.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2026-06-02T20:55:14Z</dcterms:created>
  <dcterms:modified xsi:type="dcterms:W3CDTF">2026-06-02T20:55:14Z</dcterms:modified>
</cp:coreProperties>
</file>